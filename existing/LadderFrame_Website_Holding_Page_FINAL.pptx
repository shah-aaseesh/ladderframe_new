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7"/>
  </p:normalViewPr>
  <p:slideViewPr>
    <p:cSldViewPr snapToGrid="0" snapToObjects="1">
      <p:cViewPr varScale="1">
        <p:scale>
          <a:sx n="92" d="100"/>
          <a:sy n="92" d="100"/>
        </p:scale>
        <p:origin x="58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adderFrame Logo - Primar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56032"/>
            <a:ext cx="1508760" cy="11455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38804" y="255249"/>
            <a:ext cx="3078757" cy="2385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50" b="1" dirty="0">
                <a:solidFill>
                  <a:srgbClr val="F21F3D"/>
                </a:solidFill>
                <a:latin typeface="Montserrat"/>
              </a:rPr>
              <a:t>WEBSITE • WORK IN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2588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50" b="1">
                <a:solidFill>
                  <a:srgbClr val="112341"/>
                </a:solidFill>
                <a:latin typeface="Montserrat"/>
              </a:rPr>
              <a:t>ADVISORY FOR THE NEXT PHASE OF GROWTH.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212848"/>
            <a:ext cx="56235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50" b="0">
                <a:solidFill>
                  <a:srgbClr val="112341"/>
                </a:solidFill>
                <a:latin typeface="Arial"/>
              </a:rPr>
              <a:t>LadderFrame Advisors works with leadership teams at growth inflection points to strengthen strategy, commercial performance, operating capability and organisational readiness for what comes next.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1" y="3309020"/>
            <a:ext cx="57150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dirty="0">
                <a:solidFill>
                  <a:srgbClr val="112341"/>
                </a:solidFill>
                <a:latin typeface="Montserrat"/>
              </a:rPr>
              <a:t>Deep operating experience. Practical advice. Stronger leadership capability.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14300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12341"/>
                </a:solidFill>
                <a:latin typeface="Montserrat"/>
              </a:rPr>
              <a:t>THE SIX LADDERFRAME CAPABILITIES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481328"/>
            <a:ext cx="4297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30" b="0">
                <a:solidFill>
                  <a:srgbClr val="586576"/>
                </a:solidFill>
                <a:latin typeface="Arial"/>
              </a:rPr>
              <a:t>Six connected areas of leadership focus — represented by the six red lines in our mark.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16712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21F3D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62672" y="2231136"/>
            <a:ext cx="566928" cy="68580"/>
          </a:xfrm>
          <a:prstGeom prst="rect">
            <a:avLst/>
          </a:prstGeom>
          <a:solidFill>
            <a:srgbClr val="F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94192" y="2139696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12341"/>
                </a:solidFill>
                <a:latin typeface="Montserrat"/>
              </a:rPr>
              <a:t>GROW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18320" y="213969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0" b="0">
                <a:solidFill>
                  <a:srgbClr val="586576"/>
                </a:solidFill>
                <a:latin typeface="Arial"/>
              </a:rPr>
              <a:t>Growth &amp; Revenue Strategy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06040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21F3D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62672" y="2670048"/>
            <a:ext cx="566928" cy="68580"/>
          </a:xfrm>
          <a:prstGeom prst="rect">
            <a:avLst/>
          </a:prstGeom>
          <a:solidFill>
            <a:srgbClr val="F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394192" y="2578608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12341"/>
                </a:solidFill>
                <a:latin typeface="Montserrat"/>
              </a:rPr>
              <a:t>EXPAND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18320" y="257860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0" b="0">
                <a:solidFill>
                  <a:srgbClr val="586576"/>
                </a:solidFill>
                <a:latin typeface="Arial"/>
              </a:rPr>
              <a:t>Market Expansion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044952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21F3D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62672" y="3108960"/>
            <a:ext cx="566928" cy="68580"/>
          </a:xfrm>
          <a:prstGeom prst="rect">
            <a:avLst/>
          </a:prstGeom>
          <a:solidFill>
            <a:srgbClr val="F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94192" y="3017520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12341"/>
                </a:solidFill>
                <a:latin typeface="Montserrat"/>
              </a:rPr>
              <a:t>WIN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017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0" b="0">
                <a:solidFill>
                  <a:srgbClr val="586576"/>
                </a:solidFill>
                <a:latin typeface="Arial"/>
              </a:rPr>
              <a:t>Large Deal Structuring &amp; Pursuit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3483864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21F3D"/>
                </a:solidFill>
                <a:latin typeface="Montserrat"/>
              </a:rPr>
              <a:t>04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62672" y="3547872"/>
            <a:ext cx="566928" cy="68580"/>
          </a:xfrm>
          <a:prstGeom prst="rect">
            <a:avLst/>
          </a:prstGeom>
          <a:solidFill>
            <a:srgbClr val="F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394192" y="3456432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12341"/>
                </a:solidFill>
                <a:latin typeface="Montserrat"/>
              </a:rPr>
              <a:t>BUILD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34564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0" b="0">
                <a:solidFill>
                  <a:srgbClr val="586576"/>
                </a:solidFill>
                <a:latin typeface="Arial"/>
              </a:rPr>
              <a:t>Operating Model &amp; Organisation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3922776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21F3D"/>
                </a:solidFill>
                <a:latin typeface="Montserrat"/>
              </a:rPr>
              <a:t>05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662672" y="3986783"/>
            <a:ext cx="566928" cy="68580"/>
          </a:xfrm>
          <a:prstGeom prst="rect">
            <a:avLst/>
          </a:prstGeom>
          <a:solidFill>
            <a:srgbClr val="F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94192" y="3895344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12341"/>
                </a:solidFill>
                <a:latin typeface="Montserrat"/>
              </a:rPr>
              <a:t>TRANSFORM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389534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0" b="0">
                <a:solidFill>
                  <a:srgbClr val="586576"/>
                </a:solidFill>
                <a:latin typeface="Arial"/>
              </a:rPr>
              <a:t>AI &amp; Business Transformation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0" y="4361688"/>
            <a:ext cx="320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>
                <a:solidFill>
                  <a:srgbClr val="F21F3D"/>
                </a:solidFill>
                <a:latin typeface="Montserrat"/>
              </a:rPr>
              <a:t>06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62672" y="4425695"/>
            <a:ext cx="566928" cy="68580"/>
          </a:xfrm>
          <a:prstGeom prst="rect">
            <a:avLst/>
          </a:prstGeom>
          <a:solidFill>
            <a:srgbClr val="F21F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394192" y="4334255"/>
            <a:ext cx="1051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12341"/>
                </a:solidFill>
                <a:latin typeface="Montserrat"/>
              </a:rPr>
              <a:t>PERFORM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334255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10" b="0">
                <a:solidFill>
                  <a:srgbClr val="586576"/>
                </a:solidFill>
                <a:latin typeface="Arial"/>
              </a:rPr>
              <a:t>Profitability &amp; Performance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4800600"/>
            <a:ext cx="12191695" cy="1536192"/>
          </a:xfrm>
          <a:prstGeom prst="rect">
            <a:avLst/>
          </a:prstGeom>
          <a:solidFill>
            <a:srgbClr val="F7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5001768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112341"/>
                </a:solidFill>
                <a:latin typeface="Montserrat"/>
              </a:rPr>
              <a:t>SELECTED EXPERIENCE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" y="53218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12341"/>
                </a:solidFill>
                <a:latin typeface="Montserrat"/>
              </a:rPr>
              <a:t>27 YEARS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5650992"/>
            <a:ext cx="15544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F21F3D"/>
                </a:solidFill>
                <a:latin typeface="Montserrat"/>
              </a:rPr>
              <a:t>Operating experience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542032" y="5321808"/>
            <a:ext cx="18745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12341"/>
                </a:solidFill>
                <a:latin typeface="Montserrat"/>
              </a:rPr>
              <a:t>$160M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42032" y="5650992"/>
            <a:ext cx="1874519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F21F3D"/>
                </a:solidFill>
                <a:latin typeface="Montserrat"/>
              </a:rPr>
              <a:t>Business built from zero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17720" y="5321808"/>
            <a:ext cx="2148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12341"/>
                </a:solidFill>
                <a:latin typeface="Montserrat"/>
              </a:rPr>
              <a:t>$65–200M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17720" y="5650992"/>
            <a:ext cx="21488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F21F3D"/>
                </a:solidFill>
                <a:latin typeface="Montserrat"/>
              </a:rPr>
              <a:t>Complex enterprise deal range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5321808"/>
            <a:ext cx="1417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12341"/>
                </a:solidFill>
                <a:latin typeface="Montserrat"/>
              </a:rPr>
              <a:t>50+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95160" y="5650992"/>
            <a:ext cx="1417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F21F3D"/>
                </a:solidFill>
                <a:latin typeface="Montserrat"/>
              </a:rPr>
              <a:t>Complex enterprise deals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69680" y="5321808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12341"/>
                </a:solidFill>
                <a:latin typeface="Montserrat"/>
              </a:rPr>
              <a:t>$2B+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69680" y="5650992"/>
            <a:ext cx="1325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F21F3D"/>
                </a:solidFill>
                <a:latin typeface="Montserrat"/>
              </a:rPr>
              <a:t>Value / TCV impacted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442448" y="5321808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50" b="1">
                <a:solidFill>
                  <a:srgbClr val="112341"/>
                </a:solidFill>
                <a:latin typeface="Montserrat"/>
              </a:rPr>
              <a:t>3.8%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42448" y="5650992"/>
            <a:ext cx="1371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1">
                <a:solidFill>
                  <a:srgbClr val="F21F3D"/>
                </a:solidFill>
                <a:latin typeface="Montserrat"/>
              </a:rPr>
              <a:t>P&amp;L margin improvement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0560" y="3960185"/>
            <a:ext cx="62179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19" b="1" dirty="0" err="1">
                <a:solidFill>
                  <a:srgbClr val="112341"/>
                </a:solidFill>
                <a:latin typeface="Montserrat"/>
              </a:rPr>
              <a:t>anurag@ladderframe.in</a:t>
            </a:r>
            <a:r>
              <a:rPr sz="1019" b="1" dirty="0">
                <a:solidFill>
                  <a:srgbClr val="112341"/>
                </a:solidFill>
                <a:latin typeface="Montserrat"/>
              </a:rPr>
              <a:t>   |   +91-9930133194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</Words>
  <Application>Microsoft Macintosh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Montserrat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Anurag Verulkar</cp:lastModifiedBy>
  <cp:revision>2</cp:revision>
  <dcterms:created xsi:type="dcterms:W3CDTF">2013-01-27T09:14:16Z</dcterms:created>
  <dcterms:modified xsi:type="dcterms:W3CDTF">2026-08-28T10:14:50Z</dcterms:modified>
  <cp:category/>
</cp:coreProperties>
</file>